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Calibri"/>
              </a:rPr>
              <a:t>MonCTL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BC8D2"/>
                </a:solidFill>
                <a:latin typeface="Calibri"/>
              </a:rPr>
              <a:t>A distributed monitoring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9AA8"/>
                </a:solidFill>
                <a:latin typeface="Calibri"/>
              </a:rPr>
              <a:t>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A7A88"/>
                </a:solidFill>
                <a:latin typeface="Calibri"/>
              </a:rPr>
              <a:t>Central HA · Distributed collectors · ClickHouse time-series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Problem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Observability for heterogeneous network + system estates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Fleets span Cisco, Juniper, Linux, Docker hosts, HTTP services — no single-vendor tool fits.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Engineers need per-device metrics history, availability, interface counters, and alerts in one pane.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Scale is horizontal: central control plane must tolerate node failures; collectors must partition jobs automatically.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Operators need extensibility — custom monitoring "apps" and "connectors" without a full release cycle.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Alerts must promote into incidents with escalation, suppression, and automation-driven run books.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Everything driven by a first-class REST API + a responsive React UI for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Edge collectors pull jobs, push results to a clustered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822960"/>
          </a:xfrm>
          <a:prstGeom prst="roundRect">
            <a:avLst/>
          </a:prstGeom>
          <a:solidFill>
            <a:srgbClr val="3D5A80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Browser / API</a:t>
            </a:r>
          </a:p>
          <a:p>
            <a:pPr algn="ctr"/>
            <a:r>
              <a:rPr sz="1100">
                <a:solidFill>
                  <a:srgbClr val="E0E8ED"/>
                </a:solidFill>
              </a:rPr>
              <a:t>JWT cookies · Bearer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011680"/>
            <a:ext cx="2377440" cy="822960"/>
          </a:xfrm>
          <a:prstGeom prst="roundRect">
            <a:avLst/>
          </a:prstGeom>
          <a:solidFill>
            <a:srgbClr val="295470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HAProxy + keepalived</a:t>
            </a:r>
          </a:p>
          <a:p>
            <a:pPr algn="ctr"/>
            <a:r>
              <a:rPr sz="1100">
                <a:solidFill>
                  <a:srgbClr val="E0E8ED"/>
                </a:solidFill>
              </a:rPr>
              <a:t>VIP 10.145.210.40 :443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45920"/>
            <a:ext cx="2926080" cy="1463040"/>
          </a:xfrm>
          <a:prstGeom prst="roundRect">
            <a:avLst/>
          </a:prstGeom>
          <a:solidFill>
            <a:srgbClr val="2E7D64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Central cluster (x4)</a:t>
            </a:r>
          </a:p>
          <a:p>
            <a:pPr algn="ctr"/>
            <a:r>
              <a:rPr sz="1100">
                <a:solidFill>
                  <a:srgbClr val="E0E8ED"/>
                </a:solidFill>
              </a:rPr>
              <a:t>FastAPI · Scheduler · Lifecycle
central1-4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560320" cy="731520"/>
          </a:xfrm>
          <a:prstGeom prst="roundRect">
            <a:avLst/>
          </a:prstGeom>
          <a:solidFill>
            <a:srgbClr val="446B8A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PostgreSQL (Patroni)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194560"/>
            <a:ext cx="2560320" cy="731520"/>
          </a:xfrm>
          <a:prstGeom prst="roundRect">
            <a:avLst/>
          </a:prstGeom>
          <a:solidFill>
            <a:srgbClr val="446B8A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ClickHouse (replicated)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3017520"/>
            <a:ext cx="2560320" cy="731520"/>
          </a:xfrm>
          <a:prstGeom prst="roundRect">
            <a:avLst/>
          </a:prstGeom>
          <a:solidFill>
            <a:srgbClr val="446B8A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Redis + Sentinel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572000"/>
            <a:ext cx="2743200" cy="1097280"/>
          </a:xfrm>
          <a:prstGeom prst="roundRect">
            <a:avLst/>
          </a:prstGeom>
          <a:solidFill>
            <a:srgbClr val="5C3A6B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Collectors (worker1-4)</a:t>
            </a:r>
          </a:p>
          <a:p>
            <a:pPr algn="ctr"/>
            <a:r>
              <a:rPr sz="1100">
                <a:solidFill>
                  <a:srgbClr val="E0E8ED"/>
                </a:solidFill>
              </a:rPr>
              <a:t>BasePoller · gRPC peer mesh
Result buffer (SQLite)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572000"/>
            <a:ext cx="4754880" cy="1097280"/>
          </a:xfrm>
          <a:prstGeom prst="roundRect">
            <a:avLst/>
          </a:prstGeom>
          <a:solidFill>
            <a:srgbClr val="3A4B5C"/>
          </a:solidFill>
          <a:ln>
            <a:solidFill>
              <a:srgbClr val="29A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Monitored devices</a:t>
            </a:r>
          </a:p>
          <a:p>
            <a:pPr algn="ctr"/>
            <a:r>
              <a:rPr sz="1100">
                <a:solidFill>
                  <a:srgbClr val="E0E8ED"/>
                </a:solidFill>
              </a:rPr>
              <a:t>SNMP · ICMP · TCP · HTTP · SSH ·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26072"/>
                </a:solidFill>
                <a:latin typeface="Calibri"/>
              </a:rPr>
              <a:t>Collectors poll central for job assignments, run checks, and forward results; central persists to ClickHouse (timeseries) + PostgreSQL (config).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Python/FastAPI backend · React/TS frontend · Postgres + ClickHouse + Redis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37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Python 3.11 · FastAPI · SQLAlchemy async · Alembic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React 19 · TypeScript · Vite · Tailwind v4 · React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Charts / icons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Recharts · Lucide React · react-grid-layout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Time-series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ClickHouse (replicated cluster) — 4 domain tables + alert_log +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Relational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PostgreSQL 16 with Patroni for HA + etcd DCS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Cache / 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Redis Sentinel (announce-ip configured)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Proxy / LB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HAProxy + keepalived (VIP 10.145.210.40)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Collector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937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Python 3.12 · gRPC (cache-node ↔ worker) · SQLite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94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Docker Compose per role · ./deploy.sh parallel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Central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FastAPI monolith with ~30 routed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Mount point: /v1/* (UI) · /api/v1/* (collectors)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Auth: JWT HTTP-only cookies + Bearer API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Dependencies: get_db · get_clickhouse · require_permission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Leader-elected scheduler: Redis SETNX 30s TTL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Background: rebalancer · alert engine · incident engine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ClickHouse batching buffer (monctl_central.cache)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WebSocket command channel to collectors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Domains: devices · apps · assignments · collectors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credentials · connectors · templates · packs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alerting · incidents · incident_rules · automations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results · config_history · dashboard · analytics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docker_infra · logs · audit · python_modules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system · settings · tenants · users ·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26072"/>
                </a:solidFill>
                <a:latin typeface="Calibri"/>
              </a:rPr>
              <a:t>• ws · retention · upgrades ·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Collectors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Pull-based workers with local result buffer and gRPC peer mesh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api_client pulls job assignments from /api/v1/jobs on a delta-sync basis (updated_at cursor).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Polling engine (min-heap deadline scheduler) schedules each assignment at its own interval.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Connector lifecycle is engine-owned: connect → use → close. Apps MUST NOT call connect().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Result forwarder batches PollResults and posts them back to central; SQLite buffer survives central outages.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Persistent WebSocket command channel: poll_device, config_reload, docker_* — instantaneous ops from UI.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Log shipper tails container logs → POST /v1/logs with configurable level filter per collector.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gRPC peer (cache-node ↔ worker): shared app cache, reduces cold-start app downloads across nodes.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Memory hygiene: gc.collect() + malloc_trim(0) after every job; MALLOC_ARENA_MAX=2, mem_limit: 1g.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Every layer is clustered — no single point of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HAProxy + keepalived on all 4 central nodes · VIP 10.145.210.40 floats on failover.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TLS terminated at HAProxy; round-robin to 4 central app instances on :8443.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PostgreSQL HA via Patroni on central1+2 with etcd (3 nodes) as DCS.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ClickHouse replicated cluster on central3+4 with a Keeper quorum on central1.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Redis Sentinel (3 nodes) — announce-ip mandatory in Docker bridge mode; coordinated restart to fix state.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Scheduler leader election: Redis SETNX with 30s TTL, renewed every 10s — only one instance runs scheduled tasks.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Deploy model: ./deploy.sh pushes one saved image to all 4 nodes in parallel (~20s rollout).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Data stores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Right tool for each workload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All operator config — devices, apps, assignments, credentials, users, incidents, automations. SQLAlchemy async 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ClickHouse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4 domain result tables (availability_latency, performance, config, interface) + alert_log + events +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Retention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Raw 7d → hourly 90d → daily 730d. Tier auto-selected by query time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TTL gotcha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204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CH 24.3 can't parse ISO; timestamps wrapped as YYYY-MM-DD HH:MM:SS; toDateTime() wrapper in TTL for DateTime64.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Audit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148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audit_login_events in PG (ACID) · audit_mutations in ClickHouse (365d TTL, high-volume).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09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Rate counters, discovery flags, poll-now pubsub, sentinel-managed failover. Sessions and caches.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A385"/>
                </a:solidFill>
                <a:latin typeface="Calibri"/>
              </a:rPr>
              <a:t>SQLite (collector)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3035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Local result buffer; survives central outages without data loss.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Job scheduling &amp; 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Consistent hashing with EMA-blended weight rebalancing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Unpinned assignments partitioned via consistent hashing over CollectorGroup.weight_snapshot (JSONB).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weight_snapshot = NULL → equal weights fallback. Reset on DOWN / approve / group-change.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Rebalancer cycles every 5 minutes · imbalance threshold 1.5x · 15% hysteresis on weight change.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Weight updates use EMA blending (α=0.3). Pure 1/cost weights flip the entire distribution; EMA converges over 5–7 cycles.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Minimum weight floor = 0.3 — lower values produce extreme vnode ratios (20:1) and flip-flopping.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Collectors identify themselves via MONCTL_COLLECTOR_ID — missing id = gets ALL jobs (guardrail, not a feature).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Poll Now uses Redis pub/sub broadcast to all active collectors — instant, no round-trip via 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Apps &amp; packs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BasePoller subclasses distributed as version-pinned wheels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All apps subclass BasePoller with async def poll() -&gt; PollResult. No legacy stdin/stdout scripts.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Built-in packs (packs/) auto-imported at startup using "skip" resolution — never overwrites existing.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Current packs: snmp-core (snmp_check, snmp_interface_poller, snmp_discovery, snmp_uptime) · basic-checks (ping, port, http).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snmp_discovery is a one-shot (interval=0) injected when Redis discovery flag set. Looked up by name.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Auto-rename: devices bulk-imported with IP-as-name get renamed to sysName on discovery (hostname becomes primary identity).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Error categories — every app PollResult MUST set error_category: device / config / app / "". Drives alerting.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Versioning: app wheels distributed via central PyPI mirror · venv-per-app with permanent site-packages on sys.path.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Connector slots (feat branch, pending): alias → slot model to decouple app code from credential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Connectors &amp; credential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Three-level precedence gives per-assignment overrides without duplication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Credential resolution chain (highest wins):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 1. AssignmentCredentialOverride — per-assignment, per-connector-alias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 2. AppAssignment.credential_id — assignment-level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 3. Device.credentials JSONB — per-credential-type default for the device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Connector lifecycle is engine-managed: engine calls .connect() once per job, .close() after. Idempotent guard in connectors.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SNMP connector accepts both snmp_version and version keys — backward-compat fix (v1.3.1).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Credential values encrypted at rest with app-managed key; field value never leaves central in plaintext.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Reusable credential templates keyed by type (SSH, SNMP, HTTP Basic, etc.) drive UI + connector validation.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Credential cache on collectors encrypted locally; rotated on WebSocket credential_invalidate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Interface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Targeted polling + central-side rate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Full walk (ifTable + ifXTable) on discovery · targeted GET thereafter using monitored_interfaces param.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Rate calculation happens in central — previous counters cached in Redis, not on the collector.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Multi-tier ClickHouse retention: raw 7d → hourly 90d → daily 730d. Tier auto-selected by query window.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Interface metadata (description, admin/oper status, speed) tracked in PG for UI surfaces + filters.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History default /v1/results queries availability_latency, performance, config — NOT interface (has its own endpoints).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formatThresholdValue auto-scales bps → Mbps, bytes → GB for the threshold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Compile-to-SQL DSL + 4-level threshold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DSL examples: avg(metric) &gt; 80 · rate(octets)*8/1e6 &gt; 500 · field CHANGED · state IN (...)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Expressions compile to ClickHouse SQL at evaluation time.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Threshold hierarchy (highest wins): expression default → app value → device override → entity override.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Engine runs on a 30s cycle; writes fire/clear transitions to the alert_log CH table.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AlertEntity rows live in PG with lifecycle (firing, resolved, disabled) + fire_count + fire_history window.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Labels drive downstream routing — device_id, device_name, assignment_id, and domain-specific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Incident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Replaced the legacy EventPolicy system across 14 PRs (#20–#33)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IncidentRule + Incident (PG) — operator-configured promotion of alerts → tracked incidents.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Modes: consecutive or cumulative over a window_size. Thresholds gate when an incident OPENS.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Severity ladder: wall-clock escalation from opened_at — never demotes. Validator enforces monotonic priority.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Scope filter: AND-match against AlertEntity.entity_labels · empty string = wildcard (key must exist).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depends_on + match_on: suppress child incidents under open parents. parent_incident_id is the suppression link.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Flap guard: hold auto-clear for N seconds after alert resolves; re-fire keeps the same incident — no UUID churn.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Companion-alert clear (latest): clear incident when ANY or ALL of a set of companion alerts are healthy for the same entity.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Automations (Run Book Automation)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Trigger actions on schedules or on incident transitions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Two trigger types today: cron schedule · on_incident_transition (opened / escalated / cleared / any).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Filters: incident_rule_ids (subset of rules) · incident_state_trigger (which transitions).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Actions composed from reusable Action definitions — shell commands, SSH runbooks, HTTP callouts.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Cooldown prevents runaway automations on flapping alerts; last-run time tracked in ClickHouse.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AutomationEngine.on_incident_transition fires after IncidentEngine session.commit() — dispatched with plain dicts (no ORM refs).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The legacy on_new_events hook was fully retired in cut-over step 2 (PR #31) — trigger_type='event' now rejected at the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Security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JWT cookies for the UI, Bearer keys for the API, custom roles for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Web UI: access_token + refresh_token HTTP-only cookies; CSRF protection on state-changing routes.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Management API: Authorization: Bearer monctl_m_&lt;key&gt; · hashed at rest (monctl_common.hash_api_key).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Collector API: shared secret MONCTL_COLLECTOR_API_KEY on /api/v1/* endpoints.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RBAC resources: device · app · assignment · credential · alert · collector · tenant · user · template · settings · result.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Actions: view · create · edit · delete · manage. Admins and API keys bypass the permission check.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Frontend: usePermissions() drives sidebar visibility, settings tabs, and action buttons — no UI reveal of unauthorized routes.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Multi-tenant: apply_tenant_filter(stmt, auth, Device.tenant_id) scopes every list query.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TLS terminated at HAProxy with keepalived-managed VIP — one certificate path, live sync via /settings/tls.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Two-store design: PG for auth, ClickHouse for mutations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audit_login_events (PostgreSQL): every login success/failure with IP, user-agent, request_id. ACID.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audit_mutations (ClickHouse): create/update/delete on whitelisted tables — 365d TTL, high-volume.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Capture mechanism: AuditContextMiddleware puts user/IP/request_id in a contextvars.ContextVar.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SQLAlchemy before_flush listener walks session.new/dirty/deleted, extracts old values from attrs.history.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Whitelist (not blacklist): audit/resource_map.py::TABLE_TO_RESOURCE — adding a new audited table requires updating 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Redaction: fields matching password/api_key/token/secret/jwt_secret/credential_value/private_key are stripped.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Failed-login gotcha: HTTPException rolls back the request session → record_login_event() uses its OWN session that commits immediately.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X-Request-Id response header correlates every mutation to its originating request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Centralized logs · system health · built-in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Centralized logs: collectors ship filtered container logs to central → ClickHouse logs 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logs table uses toDateTime() wrapper in TTL (required for CH 24.3 DateTime64).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log_level_filter per Collector row controls minimum shipped level — operator-tunable.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System Health page: per-subsystem status (Postgres/CH/Redis/scheduler/collectors/etc.) excluding alert state.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Top-bar health indicator dot hits a cached /system/health/status (admin-only).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Metabase on central1 (exposed via HAProxy /metabase) — ad-hoc SQL over ClickHouse result 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Grafana on central4 — operator dashboards over the same data.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Built-in Analytics UI: SQL Explorer + custom dashboards with react-grid-layout + cross-widget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Docker Compose per role · one-command ./deploy.sh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Central: central1-3 run "central-ha" compose (app + Patroni + Redis + sentinel + Metabase on c1). central4 runs "central" + Grafana.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ClickHouse on central3+4 · Keeper quorum voter on central1 · etcd on central1-3.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Workers: single compose project per collector node (/opt/monctl/collector/).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./deploy.sh central builds once, saves the image, scp's + docker load on all 4 nodes in parallel (~20s).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./deploy.sh collector 31 32 — deploy to a subset of hosts when you need to roll forward carefully.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Alembic migrations run on central startup (lifespan hook); create_all only runs on fresh DBs (PR #20 fix).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Everything observable via standard docker compose logs + the built-in log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72"/>
                </a:solidFill>
                <a:latin typeface="Calibri"/>
              </a:rPr>
              <a:t>What's live today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29A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Live in prod: full central HA · 4 workers · SNMP + ping + HTTP + SSH app fleet · replicated ClickHouse.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Event policy rework COMPLETE (PRs #20–#33). Legacy EventEngine / EventPolicy / ActiveEvent retired.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Incident engine features shipped: severity ladders · scope filters · dependencies · flap guard · companion-clear (any/all).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Dashboard editor · analytics dashboards · custom SQL explorer · automation run books.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Discovery auto-rename · bulk import · hierarchical templates · device-type resolvers.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Deferred: phase 2c (string-template correlation groups) — no operator demand yet.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In-flight: connector alias → slot model (branch pushed, pending migration rebase).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Future: additional SNMP apps for new device families as they enter the fleet.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MonCTL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26072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